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COMPUTER VISION · OBJECT DETECTION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0116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 Component Detection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YOLO11 — Laptop vs Raspberry Pi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319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components · auto-label + web validation · trained on RTX 3060 · deployed to Raspberry Pi 4 (NCNN) · full CSV + FPS logging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mAP50 0.98  ·  Pi NCNN ~6 FPS  ·  Laptop ~80 FPS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Objective &amp; Components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5303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one YOLO11 model to detect 8 electronic components in images, video, webcam, and on a Raspberry Pi — and compare laptop vs edge performance.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57600"/>
          <a:ext cx="5303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bldc_motor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elco_capacitor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stm32f4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resistor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mpu6500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pin_header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ir_sensor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 xt30_female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/sessions/elegant-practical-davinci/mnt/04-Vision Detection/component-detection-yolo11/assets/01_data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280160"/>
            <a:ext cx="557784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pic>
        <p:nvPicPr>
          <p:cNvPr id="5" name="Image 0" descr="/sessions/elegant-practical-davinci/mnt/04-Vision Detection/component-detection-yolo11/assets/02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1124712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→ frames → auto-label → browser validation → tighten/split → augment → train (n &amp; s) → test+log → compare laptop/Pi.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 — Data Capture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pic>
        <p:nvPicPr>
          <p:cNvPr id="5" name="Image 0" descr="/sessions/elegant-practical-davinci/mnt/04-Vision Detection/component-detection-yolo11/assets/01_data_cap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85216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75120" y="1554480"/>
            <a:ext cx="50292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
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portrait orientation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≈90°, distance 30–50 cm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backgrounds: floor / desk / mousepad / cloth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adjusted dark → bright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frames extracted with a script (ffmpeg/cv2)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Steps 2-4 — Auto-label + Browser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Auto-labeling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boxes generated automatically (tracking / model-assisted), then a self-contained web tool (Python stdlib) lets you review every image, draw/move/resize boxes, set class, and validate one by one. An auto-tighten step (GrabCut) shrinks loose boxes to fit.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004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tools/label_web/server.py --images labeling/images --labels labeling/labels --classes labeling/classes.txt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open http://localhost:8000   (A/D prev-next · 1-8 class · S save+validate · G copy to whole video)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images · 8 classes · stratified 80/20 split · rotation/flip augmentation on the train set.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Results (RTX 3060, 120 epochs)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pic>
        <p:nvPicPr>
          <p:cNvPr id="5" name="Image 0" descr="/sessions/elegant-practical-davinci/mnt/04-Vision Detection/component-detection-yolo11/assets/training_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760720" cy="3291840"/>
          </a:xfrm>
          <a:prstGeom prst="rect">
            <a:avLst/>
          </a:prstGeom>
        </p:spPr>
      </p:pic>
      <p:pic>
        <p:nvPicPr>
          <p:cNvPr id="6" name="Image 1" descr="/sessions/elegant-practical-davinci/mnt/04-Vision Detection/component-detection-yolo11/assets/training_ti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71600"/>
            <a:ext cx="5486400" cy="32918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YOLO11n: mAP50 0.967 · 5.2 min   |   YOLO11s: mAP50 0.983 · 7.9 min  (s = more accurate, n = faster/lighter).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Evaluation — Confusion Matrix &amp; PR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pic>
        <p:nvPicPr>
          <p:cNvPr id="5" name="Image 0" descr="/sessions/elegant-practical-davinci/mnt/04-Vision Detection/component-detection-yolo11/results/confusion_matrix_normaliz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71600"/>
            <a:ext cx="5760720" cy="4572000"/>
          </a:xfrm>
          <a:prstGeom prst="rect">
            <a:avLst/>
          </a:prstGeom>
        </p:spPr>
      </p:pic>
      <p:pic>
        <p:nvPicPr>
          <p:cNvPr id="6" name="Image 1" descr="/sessions/elegant-practical-davinci/mnt/04-Vision Detection/component-detection-yolo11/results/BoxPR_cur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463040"/>
            <a:ext cx="548640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 — Laptop vs Raspberry Pi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pic>
        <p:nvPicPr>
          <p:cNvPr id="5" name="Image 0" descr="/sessions/elegant-practical-davinci/mnt/04-Vision Detection/component-detection-yolo11/assets/fps_compa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749808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554480"/>
            <a:ext cx="34747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
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GPU: ~70–86 FPS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.pt model: ~4 FPS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NCNN: ~6 FPS (≈40% faster than .pt)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NCNN export is essential for the edge device.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FPS Over Time (all runs)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pic>
        <p:nvPicPr>
          <p:cNvPr id="5" name="Image 0" descr="/sessions/elegant-practical-davinci/mnt/04-Vision Detection/component-detection-yolo11/assets/fps_tim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Laptop · Test Video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94560" y="1371600"/>
            <a:ext cx="7772400" cy="4023360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9456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19456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VIDEO HERE → videos/demo_laptop_video.mp4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Insert ▸ Video ▸ This Device… (drag the .mp4 onto this box)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5532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on RTX 3060 · ~70 FPS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Laptop · Camera Stream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94560" y="1371600"/>
            <a:ext cx="7772400" cy="4023360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9456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19456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VIDEO HERE → videos/demo_laptop_stream.mp4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Insert ▸ Video ▸ This Device… (drag the .mp4 onto this box)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5532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YOLO11s webcam · ~76 FPS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Raspberry Pi · Test Video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94560" y="1371600"/>
            <a:ext cx="7772400" cy="4023360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9456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19456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VIDEO HERE → videos/demo_pi_video.mp4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Insert ▸ Video ▸ This Device… (drag the .mp4 onto this box)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5532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YOLO11n NCNN on Pi 4 · ~6 FPS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— Raspberry Pi · Camera Stream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08792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194560" y="1371600"/>
            <a:ext cx="7772400" cy="4023360"/>
          </a:xfrm>
          <a:prstGeom prst="roundRect">
            <a:avLst>
              <a:gd name="adj" fmla="val 2273"/>
            </a:avLst>
          </a:prstGeom>
          <a:solidFill>
            <a:srgbClr val="0F172A"/>
          </a:solidFill>
          <a:ln w="25400">
            <a:solidFill>
              <a:srgbClr val="06B6D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194560" y="2103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19456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 VIDEO HERE → videos/demo_pi_stream.mp4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456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PowerPoint: Insert ▸ Video ▸ This Device… (drag the .mp4 onto this box)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5532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reads laptop camera stream · ~6 FPS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Code, Dataset &amp; Full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reproducible — clone, install, run.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945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GitHub:  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https://github.com/AhmadHaniF1145/component-detection-yolo11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&lt;repo&gt; &amp;&amp; cd component-detection-yolo11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tools/06_detect_log.py --model models/best_yolo11s.pt --source test/test3.mp4 --save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this GitHub link into your slides; insert the demo videos on slides 10–13.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
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8-class detector, mAP50 0.98; runs on laptop, webcam, and Raspberry Pi (NCNN).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NCNN makes edge deployment viable (~6 FPS on Pi 4).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reproducible pipeline + CSV/graph logging.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0" y="155448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
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diverse data (backgrounds, angles, lighting).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 (yolo11m) / INT8 / TensorRT for speed.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 auto count &amp; log detected components.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2026-06-17T06:10:36Z</dcterms:created>
  <dcterms:modified xsi:type="dcterms:W3CDTF">2026-06-17T06:10:36Z</dcterms:modified>
</cp:coreProperties>
</file>